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handoutMasterIdLst>
    <p:handoutMasterId r:id="rId4"/>
  </p:handoutMasterIdLst>
  <p:sldIdLst>
    <p:sldId id="262" r:id="rId2"/>
  </p:sldIdLst>
  <p:sldSz cx="26009600" cy="1463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BDC1"/>
    <a:srgbClr val="8EAEB3"/>
    <a:srgbClr val="2EA19E"/>
    <a:srgbClr val="0D6364"/>
    <a:srgbClr val="135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33" d="100"/>
          <a:sy n="33" d="100"/>
        </p:scale>
        <p:origin x="6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30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Folha1!$B$1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Folha1!$A$2:$A$5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Folha1!$B$2:$B$5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7E-4330-979B-91CD3F1A2B65}"/>
            </c:ext>
          </c:extLst>
        </c:ser>
        <c:ser>
          <c:idx val="1"/>
          <c:order val="1"/>
          <c:tx>
            <c:strRef>
              <c:f>Folha1!$C$1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Folha1!$A$2:$A$5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Folha1!$C$2:$C$5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7E-4330-979B-91CD3F1A2B65}"/>
            </c:ext>
          </c:extLst>
        </c:ser>
        <c:ser>
          <c:idx val="2"/>
          <c:order val="2"/>
          <c:tx>
            <c:strRef>
              <c:f>Folha1!$D$1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Folha1!$A$2:$A$5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Folha1!$D$2:$D$5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27E-4330-979B-91CD3F1A2B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4290584"/>
        <c:axId val="630437328"/>
      </c:barChart>
      <c:catAx>
        <c:axId val="454290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630437328"/>
        <c:crosses val="autoZero"/>
        <c:auto val="1"/>
        <c:lblAlgn val="ctr"/>
        <c:lblOffset val="100"/>
        <c:noMultiLvlLbl val="0"/>
      </c:catAx>
      <c:valAx>
        <c:axId val="630437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54290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pt-P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51D9E50C-D19B-4E9B-A1B9-888A17558D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BD352F8B-96F3-470D-84DB-A8E0093A69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C70CE5-44D0-4751-8B64-FEF0FC5F5764}" type="datetimeFigureOut">
              <a:rPr lang="pt-PT" smtClean="0"/>
              <a:t>24/02/2026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E10BAF19-653D-4F97-9E24-FE410973C61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34855081-CD6E-4B84-8B81-5D4B28EDE2C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63B903-F9EC-4DBE-800A-FD2E41BE7F26}" type="slidenum">
              <a:rPr lang="pt-PT" smtClean="0"/>
              <a:t>‹nº›</a:t>
            </a:fld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92B8D3A-15AB-4E4B-B627-59322F8DEC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5193323" cy="922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7409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F2B-6BCC-4BCC-AF0F-9D586C055673}" type="datetimeFigureOut">
              <a:rPr lang="pt-PT" smtClean="0"/>
              <a:t>24/02/2026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7A021-4295-484B-BCE7-8372438E3C1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65079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51200" y="2394374"/>
            <a:ext cx="19507200" cy="5093547"/>
          </a:xfrm>
        </p:spPr>
        <p:txBody>
          <a:bodyPr anchor="b"/>
          <a:lstStyle>
            <a:lvl1pPr algn="ctr">
              <a:defRPr sz="128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1200" y="7684348"/>
            <a:ext cx="19507200" cy="3532292"/>
          </a:xfrm>
        </p:spPr>
        <p:txBody>
          <a:bodyPr/>
          <a:lstStyle>
            <a:lvl1pPr marL="0" indent="0" algn="ctr">
              <a:buNone/>
              <a:defRPr sz="5120"/>
            </a:lvl1pPr>
            <a:lvl2pPr marL="975345" indent="0" algn="ctr">
              <a:buNone/>
              <a:defRPr sz="4267"/>
            </a:lvl2pPr>
            <a:lvl3pPr marL="1950690" indent="0" algn="ctr">
              <a:buNone/>
              <a:defRPr sz="3840"/>
            </a:lvl3pPr>
            <a:lvl4pPr marL="2926034" indent="0" algn="ctr">
              <a:buNone/>
              <a:defRPr sz="3413"/>
            </a:lvl4pPr>
            <a:lvl5pPr marL="3901379" indent="0" algn="ctr">
              <a:buNone/>
              <a:defRPr sz="3413"/>
            </a:lvl5pPr>
            <a:lvl6pPr marL="4876724" indent="0" algn="ctr">
              <a:buNone/>
              <a:defRPr sz="3413"/>
            </a:lvl6pPr>
            <a:lvl7pPr marL="5852069" indent="0" algn="ctr">
              <a:buNone/>
              <a:defRPr sz="3413"/>
            </a:lvl7pPr>
            <a:lvl8pPr marL="6827413" indent="0" algn="ctr">
              <a:buNone/>
              <a:defRPr sz="3413"/>
            </a:lvl8pPr>
            <a:lvl9pPr marL="7802758" indent="0" algn="ctr">
              <a:buNone/>
              <a:defRPr sz="3413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E3E3-44F4-4B16-A076-11253C07286D}" type="datetimeFigureOut">
              <a:rPr lang="pt-PT" smtClean="0"/>
              <a:t>24/02/2026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E8399-DAB3-4E51-98FD-11F99357E9DE}" type="slidenum">
              <a:rPr lang="pt-PT" smtClean="0"/>
              <a:t>‹nº›</a:t>
            </a:fld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34DE123-CD66-A8BB-5BE4-22CB63267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61"/>
            <a:ext cx="26009600" cy="1462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992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E3E3-44F4-4B16-A076-11253C07286D}" type="datetimeFigureOut">
              <a:rPr lang="pt-PT" smtClean="0"/>
              <a:t>24/02/2026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E8399-DAB3-4E51-98FD-11F99357E9D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02906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613" y="3647442"/>
            <a:ext cx="22433280" cy="6085839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613" y="9790855"/>
            <a:ext cx="22433280" cy="3200399"/>
          </a:xfrm>
        </p:spPr>
        <p:txBody>
          <a:bodyPr/>
          <a:lstStyle>
            <a:lvl1pPr marL="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1pPr>
            <a:lvl2pPr marL="975345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2pPr>
            <a:lvl3pPr marL="195069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3pPr>
            <a:lvl4pPr marL="2926034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4pPr>
            <a:lvl5pPr marL="3901379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5pPr>
            <a:lvl6pPr marL="4876724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6pPr>
            <a:lvl7pPr marL="5852069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7pPr>
            <a:lvl8pPr marL="6827413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8pPr>
            <a:lvl9pPr marL="7802758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E3E3-44F4-4B16-A076-11253C07286D}" type="datetimeFigureOut">
              <a:rPr lang="pt-PT" smtClean="0"/>
              <a:t>24/02/2026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E8399-DAB3-4E51-98FD-11F99357E9D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88609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88160" y="3894667"/>
            <a:ext cx="11054080" cy="928285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167360" y="3894667"/>
            <a:ext cx="11054080" cy="928285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E3E3-44F4-4B16-A076-11253C07286D}" type="datetimeFigureOut">
              <a:rPr lang="pt-PT" smtClean="0"/>
              <a:t>24/02/2026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E8399-DAB3-4E51-98FD-11F99357E9D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1945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1548" y="778934"/>
            <a:ext cx="22433280" cy="2827868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91549" y="3586481"/>
            <a:ext cx="11003279" cy="1757679"/>
          </a:xfrm>
        </p:spPr>
        <p:txBody>
          <a:bodyPr anchor="b"/>
          <a:lstStyle>
            <a:lvl1pPr marL="0" indent="0">
              <a:buNone/>
              <a:defRPr sz="5120" b="1"/>
            </a:lvl1pPr>
            <a:lvl2pPr marL="975345" indent="0">
              <a:buNone/>
              <a:defRPr sz="4267" b="1"/>
            </a:lvl2pPr>
            <a:lvl3pPr marL="1950690" indent="0">
              <a:buNone/>
              <a:defRPr sz="3840" b="1"/>
            </a:lvl3pPr>
            <a:lvl4pPr marL="2926034" indent="0">
              <a:buNone/>
              <a:defRPr sz="3413" b="1"/>
            </a:lvl4pPr>
            <a:lvl5pPr marL="3901379" indent="0">
              <a:buNone/>
              <a:defRPr sz="3413" b="1"/>
            </a:lvl5pPr>
            <a:lvl6pPr marL="4876724" indent="0">
              <a:buNone/>
              <a:defRPr sz="3413" b="1"/>
            </a:lvl6pPr>
            <a:lvl7pPr marL="5852069" indent="0">
              <a:buNone/>
              <a:defRPr sz="3413" b="1"/>
            </a:lvl7pPr>
            <a:lvl8pPr marL="6827413" indent="0">
              <a:buNone/>
              <a:defRPr sz="3413" b="1"/>
            </a:lvl8pPr>
            <a:lvl9pPr marL="7802758" indent="0">
              <a:buNone/>
              <a:defRPr sz="3413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91549" y="5344160"/>
            <a:ext cx="11003279" cy="786045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167360" y="3586481"/>
            <a:ext cx="11057468" cy="1757679"/>
          </a:xfrm>
        </p:spPr>
        <p:txBody>
          <a:bodyPr anchor="b"/>
          <a:lstStyle>
            <a:lvl1pPr marL="0" indent="0">
              <a:buNone/>
              <a:defRPr sz="5120" b="1"/>
            </a:lvl1pPr>
            <a:lvl2pPr marL="975345" indent="0">
              <a:buNone/>
              <a:defRPr sz="4267" b="1"/>
            </a:lvl2pPr>
            <a:lvl3pPr marL="1950690" indent="0">
              <a:buNone/>
              <a:defRPr sz="3840" b="1"/>
            </a:lvl3pPr>
            <a:lvl4pPr marL="2926034" indent="0">
              <a:buNone/>
              <a:defRPr sz="3413" b="1"/>
            </a:lvl4pPr>
            <a:lvl5pPr marL="3901379" indent="0">
              <a:buNone/>
              <a:defRPr sz="3413" b="1"/>
            </a:lvl5pPr>
            <a:lvl6pPr marL="4876724" indent="0">
              <a:buNone/>
              <a:defRPr sz="3413" b="1"/>
            </a:lvl6pPr>
            <a:lvl7pPr marL="5852069" indent="0">
              <a:buNone/>
              <a:defRPr sz="3413" b="1"/>
            </a:lvl7pPr>
            <a:lvl8pPr marL="6827413" indent="0">
              <a:buNone/>
              <a:defRPr sz="3413" b="1"/>
            </a:lvl8pPr>
            <a:lvl9pPr marL="7802758" indent="0">
              <a:buNone/>
              <a:defRPr sz="3413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167360" y="5344160"/>
            <a:ext cx="11057468" cy="786045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E3E3-44F4-4B16-A076-11253C07286D}" type="datetimeFigureOut">
              <a:rPr lang="pt-PT" smtClean="0"/>
              <a:t>24/02/2026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E8399-DAB3-4E51-98FD-11F99357E9D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16090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E3E3-44F4-4B16-A076-11253C07286D}" type="datetimeFigureOut">
              <a:rPr lang="pt-PT" smtClean="0"/>
              <a:t>24/02/2026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E8399-DAB3-4E51-98FD-11F99357E9D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89422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E3E3-44F4-4B16-A076-11253C07286D}" type="datetimeFigureOut">
              <a:rPr lang="pt-PT" smtClean="0"/>
              <a:t>24/02/2026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E8399-DAB3-4E51-98FD-11F99357E9D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94602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1549" y="975360"/>
            <a:ext cx="8388772" cy="3413760"/>
          </a:xfrm>
        </p:spPr>
        <p:txBody>
          <a:bodyPr anchor="b"/>
          <a:lstStyle>
            <a:lvl1pPr>
              <a:defRPr sz="6827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57468" y="2106508"/>
            <a:ext cx="13167360" cy="10397067"/>
          </a:xfrm>
        </p:spPr>
        <p:txBody>
          <a:bodyPr/>
          <a:lstStyle>
            <a:lvl1pPr>
              <a:defRPr sz="6827"/>
            </a:lvl1pPr>
            <a:lvl2pPr>
              <a:defRPr sz="5973"/>
            </a:lvl2pPr>
            <a:lvl3pPr>
              <a:defRPr sz="5120"/>
            </a:lvl3pPr>
            <a:lvl4pPr>
              <a:defRPr sz="4267"/>
            </a:lvl4pPr>
            <a:lvl5pPr>
              <a:defRPr sz="4267"/>
            </a:lvl5pPr>
            <a:lvl6pPr>
              <a:defRPr sz="4267"/>
            </a:lvl6pPr>
            <a:lvl7pPr>
              <a:defRPr sz="4267"/>
            </a:lvl7pPr>
            <a:lvl8pPr>
              <a:defRPr sz="4267"/>
            </a:lvl8pPr>
            <a:lvl9pPr>
              <a:defRPr sz="4267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1549" y="4389120"/>
            <a:ext cx="8388772" cy="8131388"/>
          </a:xfrm>
        </p:spPr>
        <p:txBody>
          <a:bodyPr/>
          <a:lstStyle>
            <a:lvl1pPr marL="0" indent="0">
              <a:buNone/>
              <a:defRPr sz="3413"/>
            </a:lvl1pPr>
            <a:lvl2pPr marL="975345" indent="0">
              <a:buNone/>
              <a:defRPr sz="2987"/>
            </a:lvl2pPr>
            <a:lvl3pPr marL="1950690" indent="0">
              <a:buNone/>
              <a:defRPr sz="2560"/>
            </a:lvl3pPr>
            <a:lvl4pPr marL="2926034" indent="0">
              <a:buNone/>
              <a:defRPr sz="2133"/>
            </a:lvl4pPr>
            <a:lvl5pPr marL="3901379" indent="0">
              <a:buNone/>
              <a:defRPr sz="2133"/>
            </a:lvl5pPr>
            <a:lvl6pPr marL="4876724" indent="0">
              <a:buNone/>
              <a:defRPr sz="2133"/>
            </a:lvl6pPr>
            <a:lvl7pPr marL="5852069" indent="0">
              <a:buNone/>
              <a:defRPr sz="2133"/>
            </a:lvl7pPr>
            <a:lvl8pPr marL="6827413" indent="0">
              <a:buNone/>
              <a:defRPr sz="2133"/>
            </a:lvl8pPr>
            <a:lvl9pPr marL="7802758" indent="0">
              <a:buNone/>
              <a:defRPr sz="2133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E3E3-44F4-4B16-A076-11253C07286D}" type="datetimeFigureOut">
              <a:rPr lang="pt-PT" smtClean="0"/>
              <a:t>24/02/2026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E8399-DAB3-4E51-98FD-11F99357E9D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52743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1549" y="975360"/>
            <a:ext cx="8388772" cy="3413760"/>
          </a:xfrm>
        </p:spPr>
        <p:txBody>
          <a:bodyPr anchor="b"/>
          <a:lstStyle>
            <a:lvl1pPr>
              <a:defRPr sz="6827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057468" y="2106508"/>
            <a:ext cx="13167360" cy="10397067"/>
          </a:xfrm>
        </p:spPr>
        <p:txBody>
          <a:bodyPr anchor="t"/>
          <a:lstStyle>
            <a:lvl1pPr marL="0" indent="0">
              <a:buNone/>
              <a:defRPr sz="6827"/>
            </a:lvl1pPr>
            <a:lvl2pPr marL="975345" indent="0">
              <a:buNone/>
              <a:defRPr sz="5973"/>
            </a:lvl2pPr>
            <a:lvl3pPr marL="1950690" indent="0">
              <a:buNone/>
              <a:defRPr sz="5120"/>
            </a:lvl3pPr>
            <a:lvl4pPr marL="2926034" indent="0">
              <a:buNone/>
              <a:defRPr sz="4267"/>
            </a:lvl4pPr>
            <a:lvl5pPr marL="3901379" indent="0">
              <a:buNone/>
              <a:defRPr sz="4267"/>
            </a:lvl5pPr>
            <a:lvl6pPr marL="4876724" indent="0">
              <a:buNone/>
              <a:defRPr sz="4267"/>
            </a:lvl6pPr>
            <a:lvl7pPr marL="5852069" indent="0">
              <a:buNone/>
              <a:defRPr sz="4267"/>
            </a:lvl7pPr>
            <a:lvl8pPr marL="6827413" indent="0">
              <a:buNone/>
              <a:defRPr sz="4267"/>
            </a:lvl8pPr>
            <a:lvl9pPr marL="7802758" indent="0">
              <a:buNone/>
              <a:defRPr sz="4267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1549" y="4389120"/>
            <a:ext cx="8388772" cy="8131388"/>
          </a:xfrm>
        </p:spPr>
        <p:txBody>
          <a:bodyPr/>
          <a:lstStyle>
            <a:lvl1pPr marL="0" indent="0">
              <a:buNone/>
              <a:defRPr sz="3413"/>
            </a:lvl1pPr>
            <a:lvl2pPr marL="975345" indent="0">
              <a:buNone/>
              <a:defRPr sz="2987"/>
            </a:lvl2pPr>
            <a:lvl3pPr marL="1950690" indent="0">
              <a:buNone/>
              <a:defRPr sz="2560"/>
            </a:lvl3pPr>
            <a:lvl4pPr marL="2926034" indent="0">
              <a:buNone/>
              <a:defRPr sz="2133"/>
            </a:lvl4pPr>
            <a:lvl5pPr marL="3901379" indent="0">
              <a:buNone/>
              <a:defRPr sz="2133"/>
            </a:lvl5pPr>
            <a:lvl6pPr marL="4876724" indent="0">
              <a:buNone/>
              <a:defRPr sz="2133"/>
            </a:lvl6pPr>
            <a:lvl7pPr marL="5852069" indent="0">
              <a:buNone/>
              <a:defRPr sz="2133"/>
            </a:lvl7pPr>
            <a:lvl8pPr marL="6827413" indent="0">
              <a:buNone/>
              <a:defRPr sz="2133"/>
            </a:lvl8pPr>
            <a:lvl9pPr marL="7802758" indent="0">
              <a:buNone/>
              <a:defRPr sz="2133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E3E3-44F4-4B16-A076-11253C07286D}" type="datetimeFigureOut">
              <a:rPr lang="pt-PT" smtClean="0"/>
              <a:t>24/02/2026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E8399-DAB3-4E51-98FD-11F99357E9D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397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E3E3-44F4-4B16-A076-11253C07286D}" type="datetimeFigureOut">
              <a:rPr lang="pt-PT" smtClean="0"/>
              <a:t>24/02/2026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E8399-DAB3-4E51-98FD-11F99357E9D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58498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613120" y="778933"/>
            <a:ext cx="5608320" cy="1239858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88160" y="778933"/>
            <a:ext cx="16499840" cy="1239858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E3E3-44F4-4B16-A076-11253C07286D}" type="datetimeFigureOut">
              <a:rPr lang="pt-PT" smtClean="0"/>
              <a:t>24/02/2026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E8399-DAB3-4E51-98FD-11F99357E9D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28052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88160" y="778934"/>
            <a:ext cx="22433280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8160" y="3894667"/>
            <a:ext cx="22433280" cy="92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88160" y="13560215"/>
            <a:ext cx="585216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7E3E3-44F4-4B16-A076-11253C07286D}" type="datetimeFigureOut">
              <a:rPr lang="pt-PT" smtClean="0"/>
              <a:t>24/02/2026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615680" y="13560215"/>
            <a:ext cx="877824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369280" y="13560215"/>
            <a:ext cx="585216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E8399-DAB3-4E51-98FD-11F99357E9D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6551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950690" rtl="0" eaLnBrk="1" latinLnBrk="0" hangingPunct="1">
        <a:lnSpc>
          <a:spcPct val="90000"/>
        </a:lnSpc>
        <a:spcBef>
          <a:spcPct val="0"/>
        </a:spcBef>
        <a:buNone/>
        <a:defRPr sz="93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7672" indent="-487672" algn="l" defTabSz="1950690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5973" kern="1200">
          <a:solidFill>
            <a:schemeClr val="tx1"/>
          </a:solidFill>
          <a:latin typeface="+mn-lt"/>
          <a:ea typeface="+mn-ea"/>
          <a:cs typeface="+mn-cs"/>
        </a:defRPr>
      </a:lvl1pPr>
      <a:lvl2pPr marL="1463017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5120" kern="1200">
          <a:solidFill>
            <a:schemeClr val="tx1"/>
          </a:solidFill>
          <a:latin typeface="+mn-lt"/>
          <a:ea typeface="+mn-ea"/>
          <a:cs typeface="+mn-cs"/>
        </a:defRPr>
      </a:lvl2pPr>
      <a:lvl3pPr marL="2438362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3pPr>
      <a:lvl4pPr marL="3413707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4pPr>
      <a:lvl5pPr marL="4389051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5pPr>
      <a:lvl6pPr marL="5364396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6pPr>
      <a:lvl7pPr marL="6339741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7pPr>
      <a:lvl8pPr marL="7315086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8pPr>
      <a:lvl9pPr marL="8290430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950690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3pPr>
      <a:lvl4pPr marL="2926034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4pPr>
      <a:lvl5pPr marL="3901379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5pPr>
      <a:lvl6pPr marL="4876724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6pPr>
      <a:lvl7pPr marL="5852069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7pPr>
      <a:lvl8pPr marL="6827413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8pPr>
      <a:lvl9pPr marL="7802758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5E74493-F61A-D7D8-56EC-FB1F952D8719}"/>
              </a:ext>
            </a:extLst>
          </p:cNvPr>
          <p:cNvSpPr txBox="1"/>
          <p:nvPr/>
        </p:nvSpPr>
        <p:spPr>
          <a:xfrm>
            <a:off x="1064302" y="2828728"/>
            <a:ext cx="2398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>
                <a:solidFill>
                  <a:srgbClr val="2EA19E"/>
                </a:solidFill>
              </a:rPr>
              <a:t>Autores, AQUI. Autores, AQUI . Autores, AQUI. Autores, AQUI. Autores, AQUI. Autores, AQUI. Autores, AQUI. Autores, AQUI. Autores, AQUI. Autores, AQUI . Autores, AQUI. Autores, AQUI. Autores, AQUI. Autores, AQUI.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89B51E6-D23C-E413-4C1D-9FC4DF49EEAE}"/>
              </a:ext>
            </a:extLst>
          </p:cNvPr>
          <p:cNvSpPr txBox="1"/>
          <p:nvPr/>
        </p:nvSpPr>
        <p:spPr>
          <a:xfrm>
            <a:off x="1064302" y="1946461"/>
            <a:ext cx="237537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400" b="1" dirty="0">
                <a:solidFill>
                  <a:srgbClr val="0D6364"/>
                </a:solidFill>
              </a:rPr>
              <a:t>TITULO DO TRABALHO AQUI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D7C6D61-3797-FE81-138F-365DA41A7620}"/>
              </a:ext>
            </a:extLst>
          </p:cNvPr>
          <p:cNvSpPr txBox="1"/>
          <p:nvPr/>
        </p:nvSpPr>
        <p:spPr>
          <a:xfrm>
            <a:off x="1398943" y="4423765"/>
            <a:ext cx="72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popularised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the 1960s with the release of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Letraset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sheets containing Lorem Ipsum passages, and more recently with desktop publishing software like Aldus PageMaker including versions of Lorem Ipsum.</a:t>
            </a:r>
            <a:endParaRPr lang="pt-PT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03B7A90-8D3B-E2CD-6687-5F50CD4359D2}"/>
              </a:ext>
            </a:extLst>
          </p:cNvPr>
          <p:cNvSpPr txBox="1"/>
          <p:nvPr/>
        </p:nvSpPr>
        <p:spPr>
          <a:xfrm>
            <a:off x="1356402" y="8835324"/>
            <a:ext cx="72425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is simply dummy text of the printing and typesetting industry.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has been the industry's standard dummy text ever since the 1500s, when an unknown printer took a galley of type and scrambled it to make a type specimen book</a:t>
            </a:r>
            <a:endParaRPr lang="pt-PT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EFAE44E-6666-47D5-6726-7E0344099268}"/>
              </a:ext>
            </a:extLst>
          </p:cNvPr>
          <p:cNvSpPr txBox="1"/>
          <p:nvPr/>
        </p:nvSpPr>
        <p:spPr>
          <a:xfrm>
            <a:off x="1398943" y="3662801"/>
            <a:ext cx="7199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600" b="1" dirty="0">
                <a:solidFill>
                  <a:srgbClr val="0D6364"/>
                </a:solidFill>
              </a:rPr>
              <a:t>INTRODUÇÃO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659C594-04F8-DD9D-2F92-0DC33DD7D90A}"/>
              </a:ext>
            </a:extLst>
          </p:cNvPr>
          <p:cNvSpPr txBox="1"/>
          <p:nvPr/>
        </p:nvSpPr>
        <p:spPr>
          <a:xfrm>
            <a:off x="1398944" y="8209417"/>
            <a:ext cx="7199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600" b="1" dirty="0">
                <a:solidFill>
                  <a:srgbClr val="0D6364"/>
                </a:solidFill>
              </a:rPr>
              <a:t>OBJETIVOS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941C00C-FFB2-34AB-050D-81576CCE441F}"/>
              </a:ext>
            </a:extLst>
          </p:cNvPr>
          <p:cNvSpPr txBox="1"/>
          <p:nvPr/>
        </p:nvSpPr>
        <p:spPr>
          <a:xfrm>
            <a:off x="1356402" y="11995069"/>
            <a:ext cx="72425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is simply dummy text of the printing and typesetting industry. Lorem Ipsum has been the industry's standard dummy text ever since the 1500s.</a:t>
            </a:r>
            <a:endParaRPr lang="pt-PT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262A46E8-8BC7-4FC4-73DE-7E6AA31A62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701844"/>
              </p:ext>
            </p:extLst>
          </p:nvPr>
        </p:nvGraphicFramePr>
        <p:xfrm>
          <a:off x="10507932" y="7788137"/>
          <a:ext cx="5036903" cy="36562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CaixaDeTexto 11">
            <a:extLst>
              <a:ext uri="{FF2B5EF4-FFF2-40B4-BE49-F238E27FC236}">
                <a16:creationId xmlns:a16="http://schemas.microsoft.com/office/drawing/2014/main" id="{72AB355D-2A94-86AE-AF61-E7F66B5F7892}"/>
              </a:ext>
            </a:extLst>
          </p:cNvPr>
          <p:cNvSpPr txBox="1"/>
          <p:nvPr/>
        </p:nvSpPr>
        <p:spPr>
          <a:xfrm>
            <a:off x="9539950" y="11856699"/>
            <a:ext cx="7199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is simply dummy text of the printing and typesetting industry. Lorem Ipsum has been the industry's standard dummy text ever since the 1500s.</a:t>
            </a:r>
            <a:endParaRPr lang="pt-PT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44CAA4B-2D0B-FBE8-B1D9-279A8049B4F3}"/>
              </a:ext>
            </a:extLst>
          </p:cNvPr>
          <p:cNvSpPr txBox="1"/>
          <p:nvPr/>
        </p:nvSpPr>
        <p:spPr>
          <a:xfrm>
            <a:off x="1356401" y="11210369"/>
            <a:ext cx="7242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600" b="1" dirty="0">
                <a:solidFill>
                  <a:srgbClr val="0D6364"/>
                </a:solidFill>
              </a:rPr>
              <a:t>METODOLOGIA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C591F8F-311A-54A2-6F2B-17D4CF093B9B}"/>
              </a:ext>
            </a:extLst>
          </p:cNvPr>
          <p:cNvSpPr txBox="1"/>
          <p:nvPr/>
        </p:nvSpPr>
        <p:spPr>
          <a:xfrm>
            <a:off x="9539951" y="3662801"/>
            <a:ext cx="7199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600" b="1" dirty="0">
                <a:solidFill>
                  <a:srgbClr val="0D6364"/>
                </a:solidFill>
              </a:rPr>
              <a:t>RESULTADOS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95C75F0-6071-491D-27B5-F49B3E4C8EFE}"/>
              </a:ext>
            </a:extLst>
          </p:cNvPr>
          <p:cNvSpPr txBox="1"/>
          <p:nvPr/>
        </p:nvSpPr>
        <p:spPr>
          <a:xfrm>
            <a:off x="9539950" y="4423765"/>
            <a:ext cx="7200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popularised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the 1960s with the release of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Letraset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sheets containing Lorem Ipsum passages, and more recently with desktop publishing software like Aldus PageMaker including versions of Lorem Ipsum.</a:t>
            </a:r>
            <a:endParaRPr lang="pt-PT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6B6E1A4-55C7-C433-4B8C-1C9FE8B83C4C}"/>
              </a:ext>
            </a:extLst>
          </p:cNvPr>
          <p:cNvSpPr txBox="1"/>
          <p:nvPr/>
        </p:nvSpPr>
        <p:spPr>
          <a:xfrm>
            <a:off x="17707933" y="3662801"/>
            <a:ext cx="7110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600" b="1" dirty="0">
                <a:solidFill>
                  <a:srgbClr val="0D6364"/>
                </a:solidFill>
              </a:rPr>
              <a:t>DISCUSSÃO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7437D1F-78C9-E9AD-95AD-248D338E05F9}"/>
              </a:ext>
            </a:extLst>
          </p:cNvPr>
          <p:cNvSpPr txBox="1"/>
          <p:nvPr/>
        </p:nvSpPr>
        <p:spPr>
          <a:xfrm>
            <a:off x="17707932" y="4355116"/>
            <a:ext cx="7200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popularised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the 1960s with the release of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Letraset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sheets containing Lorem Ipsum passages, and more recently with desktop publishing software like Aldus PageMaker including versions of Lorem Ipsum.</a:t>
            </a:r>
            <a:endParaRPr lang="pt-PT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9CFD383-723C-68F3-D87D-06B68E05B6F5}"/>
              </a:ext>
            </a:extLst>
          </p:cNvPr>
          <p:cNvSpPr txBox="1"/>
          <p:nvPr/>
        </p:nvSpPr>
        <p:spPr>
          <a:xfrm>
            <a:off x="17707932" y="8512158"/>
            <a:ext cx="7153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600" b="1" dirty="0">
                <a:solidFill>
                  <a:srgbClr val="0D6364"/>
                </a:solidFill>
              </a:rPr>
              <a:t>CONCLUSÃO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DD31BED-A5CB-E922-734C-CE299C44006F}"/>
              </a:ext>
            </a:extLst>
          </p:cNvPr>
          <p:cNvSpPr txBox="1"/>
          <p:nvPr/>
        </p:nvSpPr>
        <p:spPr>
          <a:xfrm>
            <a:off x="17661358" y="9205585"/>
            <a:ext cx="720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is simply dummy text of the printing and typesetting industry. Lorem Ipsum has been the industry's standard dummy text ever since the 1500s.</a:t>
            </a:r>
            <a:endParaRPr lang="pt-PT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1A3F752-8D48-238A-1EAE-B8902C04B6B6}"/>
              </a:ext>
            </a:extLst>
          </p:cNvPr>
          <p:cNvSpPr txBox="1"/>
          <p:nvPr/>
        </p:nvSpPr>
        <p:spPr>
          <a:xfrm>
            <a:off x="17707932" y="10651735"/>
            <a:ext cx="7110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600" b="1" dirty="0">
                <a:solidFill>
                  <a:srgbClr val="0D6364"/>
                </a:solidFill>
              </a:rPr>
              <a:t>REFERÊNCIAS BIBLIOGRÁFICAS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CB6CF6E-F9F3-023F-0E4D-CAF4206ABF36}"/>
              </a:ext>
            </a:extLst>
          </p:cNvPr>
          <p:cNvSpPr txBox="1"/>
          <p:nvPr/>
        </p:nvSpPr>
        <p:spPr>
          <a:xfrm>
            <a:off x="17707932" y="11527517"/>
            <a:ext cx="71101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is simply dummy text of the printing and typesetting industry. Lorem Ipsum has been the industry's standard dummy text ever since the 1500s.</a:t>
            </a:r>
            <a:endParaRPr lang="pt-PT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3361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Office 2013 - 2022">
  <a:themeElements>
    <a:clrScheme name="Tema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521</Words>
  <Application>Microsoft Office PowerPoint</Application>
  <PresentationFormat>Personalizados</PresentationFormat>
  <Paragraphs>19</Paragraphs>
  <Slides>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Tahoma</vt:lpstr>
      <vt:lpstr>Tema Office 2013 - 2022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Utilizador</dc:creator>
  <cp:lastModifiedBy>Cristina Barradas</cp:lastModifiedBy>
  <cp:revision>9</cp:revision>
  <dcterms:created xsi:type="dcterms:W3CDTF">2023-02-04T23:19:01Z</dcterms:created>
  <dcterms:modified xsi:type="dcterms:W3CDTF">2026-02-24T21:24:21Z</dcterms:modified>
</cp:coreProperties>
</file>