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9" r:id="rId2"/>
    <p:sldId id="256" r:id="rId3"/>
    <p:sldId id="260" r:id="rId4"/>
    <p:sldId id="261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636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370" autoAdjust="0"/>
  </p:normalViewPr>
  <p:slideViewPr>
    <p:cSldViewPr snapToGrid="0" snapToObjects="1">
      <p:cViewPr varScale="1">
        <p:scale>
          <a:sx n="88" d="100"/>
          <a:sy n="88" d="100"/>
        </p:scale>
        <p:origin x="1056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78CD48-F124-4F33-AA1E-22BA9113F61D}" type="datetimeFigureOut">
              <a:rPr lang="pt-PT" smtClean="0"/>
              <a:t>20/02/2026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FAE030-09A4-4DB1-9787-7D5EC39FEE3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70534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Dispositivo final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AE030-09A4-4DB1-9787-7D5EC39FEE32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55662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AC3AC0-D173-A199-90DD-0199F7010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F1957087-C670-29FB-E4DF-1391123BF398}"/>
              </a:ext>
            </a:extLst>
          </p:cNvPr>
          <p:cNvSpPr txBox="1"/>
          <p:nvPr/>
        </p:nvSpPr>
        <p:spPr>
          <a:xfrm>
            <a:off x="223284" y="1508116"/>
            <a:ext cx="8697432" cy="2554545"/>
          </a:xfrm>
          <a:prstGeom prst="rect">
            <a:avLst/>
          </a:prstGeom>
          <a:solidFill>
            <a:srgbClr val="FFFFFF">
              <a:alpha val="47059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pt-PT" sz="3200" b="1" dirty="0">
              <a:solidFill>
                <a:srgbClr val="0D6364"/>
              </a:solidFill>
            </a:endParaRPr>
          </a:p>
          <a:p>
            <a:pPr algn="ctr"/>
            <a:r>
              <a:rPr lang="pt-PT" sz="3200" b="1" dirty="0">
                <a:solidFill>
                  <a:srgbClr val="0D6364"/>
                </a:solidFill>
              </a:rPr>
              <a:t>TÍTULO</a:t>
            </a:r>
          </a:p>
          <a:p>
            <a:pPr algn="ctr"/>
            <a:endParaRPr lang="pt-PT" sz="3200" b="1" dirty="0">
              <a:solidFill>
                <a:srgbClr val="0D6364"/>
              </a:solidFill>
            </a:endParaRPr>
          </a:p>
          <a:p>
            <a:pPr algn="ctr"/>
            <a:endParaRPr lang="pt-PT" sz="3200" b="1" dirty="0">
              <a:solidFill>
                <a:srgbClr val="0D6364"/>
              </a:solidFill>
            </a:endParaRPr>
          </a:p>
          <a:p>
            <a:pPr algn="ctr"/>
            <a:endParaRPr lang="pt-PT" sz="3200" b="1" dirty="0">
              <a:solidFill>
                <a:srgbClr val="0D6364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9F83303-B1E4-B973-97A0-3B512D3B8BC9}"/>
              </a:ext>
            </a:extLst>
          </p:cNvPr>
          <p:cNvSpPr txBox="1"/>
          <p:nvPr/>
        </p:nvSpPr>
        <p:spPr>
          <a:xfrm>
            <a:off x="297712" y="6117265"/>
            <a:ext cx="6195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bg1"/>
                </a:solidFill>
              </a:rPr>
              <a:t>Autores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8AB1F96-1F1E-2795-EF3B-F2DAB91F0A13}"/>
              </a:ext>
            </a:extLst>
          </p:cNvPr>
          <p:cNvSpPr txBox="1"/>
          <p:nvPr/>
        </p:nvSpPr>
        <p:spPr>
          <a:xfrm>
            <a:off x="6492949" y="6506132"/>
            <a:ext cx="28814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400" dirty="0">
                <a:solidFill>
                  <a:schemeClr val="bg1"/>
                </a:solidFill>
              </a:rPr>
              <a:t>26 de março de 2026</a:t>
            </a:r>
          </a:p>
        </p:txBody>
      </p:sp>
    </p:spTree>
    <p:extLst>
      <p:ext uri="{BB962C8B-B14F-4D97-AF65-F5344CB8AC3E}">
        <p14:creationId xmlns:p14="http://schemas.microsoft.com/office/powerpoint/2010/main" val="553612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B36DCEB-325C-1410-D41C-57DB17E6846C}"/>
              </a:ext>
            </a:extLst>
          </p:cNvPr>
          <p:cNvSpPr txBox="1"/>
          <p:nvPr/>
        </p:nvSpPr>
        <p:spPr>
          <a:xfrm>
            <a:off x="365760" y="407852"/>
            <a:ext cx="77291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dirty="0" err="1">
                <a:solidFill>
                  <a:srgbClr val="FFFFFF"/>
                </a:solidFill>
              </a:rPr>
              <a:t>Título</a:t>
            </a:r>
            <a:endParaRPr sz="4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659CF2-88D1-14F4-3793-3F106A91C56E}"/>
              </a:ext>
            </a:extLst>
          </p:cNvPr>
          <p:cNvSpPr txBox="1"/>
          <p:nvPr/>
        </p:nvSpPr>
        <p:spPr>
          <a:xfrm>
            <a:off x="212653" y="2989875"/>
            <a:ext cx="24525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dirty="0" err="1">
                <a:solidFill>
                  <a:srgbClr val="FFFFFF"/>
                </a:solidFill>
              </a:rPr>
              <a:t>Título</a:t>
            </a:r>
            <a:endParaRPr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194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20D100-93FF-1E84-99D2-A7729538D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5CAFAD1B-B385-0B80-8E42-F13CB5AF3DCD}"/>
              </a:ext>
            </a:extLst>
          </p:cNvPr>
          <p:cNvSpPr txBox="1"/>
          <p:nvPr/>
        </p:nvSpPr>
        <p:spPr>
          <a:xfrm>
            <a:off x="297712" y="6117265"/>
            <a:ext cx="6195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bg1"/>
                </a:solidFill>
              </a:rPr>
              <a:t>Autores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9E02B5B-8DEC-1FA0-E1FC-B7BFB91F2511}"/>
              </a:ext>
            </a:extLst>
          </p:cNvPr>
          <p:cNvSpPr txBox="1"/>
          <p:nvPr/>
        </p:nvSpPr>
        <p:spPr>
          <a:xfrm>
            <a:off x="6492949" y="6506132"/>
            <a:ext cx="28814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400" dirty="0">
                <a:solidFill>
                  <a:schemeClr val="bg1"/>
                </a:solidFill>
              </a:rPr>
              <a:t>26 de março de 2026</a:t>
            </a:r>
          </a:p>
        </p:txBody>
      </p:sp>
    </p:spTree>
    <p:extLst>
      <p:ext uri="{BB962C8B-B14F-4D97-AF65-F5344CB8AC3E}">
        <p14:creationId xmlns:p14="http://schemas.microsoft.com/office/powerpoint/2010/main" val="1165315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Apresentação no Ecrã (4:3)</PresentationFormat>
  <Paragraphs>11</Paragraphs>
  <Slides>4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Cristina Barradas Gaspar</dc:creator>
  <cp:keywords/>
  <dc:description>generated using python-pptx</dc:description>
  <cp:lastModifiedBy>Cristina Barradas</cp:lastModifiedBy>
  <cp:revision>5</cp:revision>
  <dcterms:created xsi:type="dcterms:W3CDTF">2013-01-27T09:14:16Z</dcterms:created>
  <dcterms:modified xsi:type="dcterms:W3CDTF">2026-02-20T14:07:35Z</dcterms:modified>
  <cp:category/>
</cp:coreProperties>
</file>